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4345E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A274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 ·  MoSPI  ·  Fraud &amp; Anomaly Detection in MPLADS Scheme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PARAKH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flagging for MPLADS implementation records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queue. Not a verdict.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1,31,437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053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ingested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6053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detectors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532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6053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B238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without visibility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1.3L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works, 18th term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1.09L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implementing agencies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puts ₹5 crore a year in every Member of Parliament’s hands, for local infrastructure their constituents chose. Across the 18th Lok Sabha and Rajya Sabha alone, that spending has no single place a citizen, journalist, or auditor can see it as a whole.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7E4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3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 this problem statement warns about: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that decides which MP is at fault is a defamation engine, not a tool. That risk shaped every design decision in PARAKH before a single detector was written.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review queue, not a verdict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824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real detectors — 5 deterministic integrity checks, 8 peer-relative statistical ones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84048" cy="384048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5511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states its evidence in one plain sentence — no black box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384048" cy="384048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98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states a plausible innocent explanation, shown by default, never behind a tooltip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4343400"/>
            <a:ext cx="384048" cy="384048"/>
          </a:xfrm>
          <a:prstGeom prst="ellipse">
            <a:avLst/>
          </a:prstGeom>
          <a:solidFill>
            <a:srgbClr val="1B2A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885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and agencies are ranked. Members of Parliament never are.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EF1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Enforced, not just intended: </a:t>
            </a:r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test greps the entire codebase for a short, fixed list of accusatory words before every build — the vocabulary of a verdict already reached.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FIRES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detectors, two tiers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7E4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— DETERMINISTIC INTEGRITY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or logical contradiction a human can verify by hand from the evidence sentence alone.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974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97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contradiction — payment exceeds sanction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64408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644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completion — “complete”, little paid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31336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313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 — same work ID twice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98264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398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sanction — missing agency/state/category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65192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651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completion — no photo evidence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BF0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— PEER-RELATIVE STATISTICAL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121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states its peer group and n; abstains below 30 peers so it never flags on noise.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697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6974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cost outlier (robust z-score)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2644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2644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Cost-per-unit outlier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3831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8313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work vs. category P95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398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43982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bunching, just under a tier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2697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189720" y="26974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splitting (similar, clustered works)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732520" y="32644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32644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concentration for one MP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3831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8313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sanction bunching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732520" y="4398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43982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funding risk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a benign explanation, side by side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057400"/>
            <a:ext cx="502920" cy="292608"/>
          </a:xfrm>
          <a:prstGeom prst="roundRect">
            <a:avLst>
              <a:gd name="adj" fmla="val 12500"/>
            </a:avLst>
          </a:prstGeom>
          <a:solidFill>
            <a:srgbClr val="F7E4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057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0116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complete on 2025-04-22 (₹4.74L disbursed) with no photo evidence on file.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606040"/>
            <a:ext cx="10149840" cy="0"/>
          </a:xfrm>
          <a:prstGeom prst="line">
            <a:avLst/>
          </a:prstGeom>
          <a:noFill/>
          <a:ln w="19050">
            <a:solidFill>
              <a:srgbClr val="EEF1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INNOCENT EXPLANATION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063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evidence can be missing on file for older works predating the portal’s image-upload requirement, or because of an upload failure at submission time — rather than because no work happened.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4114800"/>
            <a:ext cx="10149840" cy="1554480"/>
          </a:xfrm>
          <a:prstGeom prst="roundRect">
            <a:avLst>
              <a:gd name="adj" fmla="val 4706"/>
            </a:avLst>
          </a:prstGeom>
          <a:solidFill>
            <a:srgbClr val="DFF0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— EXPLAINED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617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5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“Checked against the district library-books rollout: same standard purchase across 39 schools in one 30-day window, one MP. Benign batch pattern.”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36752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marks a flag “reviewed — explained” with a note. It suppresses from the queue — never deletes the flag — and is reversible.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FLAG LIST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look wider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1F7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network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546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MP–agency relationship, Louvain-clustered by community.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782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thin-file agencies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name matches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A00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Stall-risk model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1546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time-split validation — never random, never accuracy alone.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0.538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782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169164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1F7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8E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Constituency scorecard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31546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explicitly as district performance, not integrity.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542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782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 Sabha seats scored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8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650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MP-integrity claims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IT'S HONEST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checks, not a slide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91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injection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6916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 constructed anomalies, 5 types — 4 of 5 hit 100% recall by some detector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Known-case backtest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4963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real, named CAG/press cases checked by hand — 0 matched, and we say why (audit lag)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346704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009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adjudication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30098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top 50 reviewed by hand: 0 plausibly irregular, 1 undecided, 49 benign-explained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4151376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056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410565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Bootstrap-resampled 6 threshold detectors against a computed 63.2% retention ceiling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956048"/>
            <a:ext cx="384048" cy="384048"/>
          </a:xfrm>
          <a:prstGeom prst="ellipse">
            <a:avLst/>
          </a:prstGeom>
          <a:solidFill>
            <a:srgbClr val="1E8E6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910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Stall model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49103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Time-split PR-AUC 0.538 vs. 0.378 base rate — never a random split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40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HONESTY, APPLIED TO OURSELVES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8961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didn’t build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plan scoped a third tier: an Isolation Forest, a Local Outlier Factor model, and a composite Review Priority Score — a single 0–100 rank across every detector.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7680960" cy="1051560"/>
          </a:xfrm>
          <a:prstGeom prst="roundRect">
            <a:avLst>
              <a:gd name="adj" fmla="val 6957"/>
            </a:avLst>
          </a:prstGeom>
          <a:solidFill>
            <a:srgbClr val="2434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06324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build it. 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Thirteen of sixteen originally planned detectors shipped — and that’s stated on the app’s own /methodology page, not just here.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whose whole pitch is restraint has to apply that same restraint to its own claims.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shipped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0" y="3291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6766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batch pipeline, not a live guess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eSAKSHI CSVs → Polars → clean Parquet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64408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62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detectors → DuckDB, offline, deterministic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836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read-only — nothing computed live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208008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555480" y="22860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1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29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3108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352044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— flag list, graph, models, overrides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Polars · DuckDB · scikit-learn · LightGBM · NetworkX · FastAPI · Next.js 16 · TypeScript · Cytoscape.js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is deterministic and takes seconds — python -m parakh.database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486400" cy="5486400"/>
          </a:xfrm>
          <a:prstGeom prst="ellipse">
            <a:avLst/>
          </a:prstGeom>
          <a:solidFill>
            <a:srgbClr val="24345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384048" cy="384048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713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PARAKH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doesn’t hand down a verdict.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you where to look, and why — and just as plainly, where it can’t tell you anything yet.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63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1,31,437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66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real corpus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663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5166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detectors, no black box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663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5166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methods, real numbers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4663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5166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words, enforced by CI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SIH26102  ·  Team PARAKH  ·  /methodology  ·  /validation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2026-09-04T16:35:33Z</dcterms:created>
  <dcterms:modified xsi:type="dcterms:W3CDTF">2026-09-04T16:35:33Z</dcterms:modified>
</cp:coreProperties>
</file>